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1A215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·  DEMO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→ ClickHouse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duplicate-free ingestion pipeline with fast, automatic background merging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141B47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074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 files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5358384"/>
            <a:ext cx="5029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507492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141B47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5074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5358384"/>
            <a:ext cx="5029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77840" y="507492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141B4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5074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final_stats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dealing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25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425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612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46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0574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 with columns: statisticid, logicid, timestamp, logiccomponentid, count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91840"/>
            <a:ext cx="594360" cy="5943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9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690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 across files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6634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statisticid is meant to be unique, but the same statisticid can arrive again — in a different file, or even within the same file.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29718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3291840"/>
            <a:ext cx="594360" cy="5943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9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0690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Sums aren't instant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6634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de-duplication, the final aggregate (SummingMergeTree) isn't available right away, because ClickHouse merges rows in the background — not at insert time.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ClickHouse ingestion pipeline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48556" y="1783080"/>
            <a:ext cx="329184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448556" y="1892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raw_data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448556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MergeTree · landing zone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V="1">
            <a:off x="3200400" y="2651760"/>
            <a:ext cx="2894076" cy="502920"/>
          </a:xfrm>
          <a:prstGeom prst="line">
            <a:avLst/>
          </a:prstGeom>
          <a:noFill/>
          <a:ln w="19050">
            <a:solidFill>
              <a:srgbClr val="5B638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3154680"/>
            <a:ext cx="0" cy="365760"/>
          </a:xfrm>
          <a:prstGeom prst="line">
            <a:avLst/>
          </a:prstGeom>
          <a:noFill/>
          <a:ln w="19050">
            <a:solidFill>
              <a:srgbClr val="5B638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40280" y="3008376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40280" y="30083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mv_to_memory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4476" y="2651760"/>
            <a:ext cx="2894076" cy="502920"/>
          </a:xfrm>
          <a:prstGeom prst="line">
            <a:avLst/>
          </a:prstGeom>
          <a:noFill/>
          <a:ln w="19050">
            <a:solidFill>
              <a:srgbClr val="5B638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88552" y="3154680"/>
            <a:ext cx="0" cy="365760"/>
          </a:xfrm>
          <a:prstGeom prst="line">
            <a:avLst/>
          </a:prstGeom>
          <a:noFill/>
          <a:ln w="19050">
            <a:solidFill>
              <a:srgbClr val="5B638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28432" y="3008376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28432" y="30083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mv_to_stats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3520440"/>
            <a:ext cx="3840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63040" y="3611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id_memory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ReplacingMergeTree · statisticid — permanent de-dup memory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68312" y="3520440"/>
            <a:ext cx="3840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F299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51192" y="3611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final_stats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251192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SummingMergeTree + force-merge · logicid, logiccomponentid, total_count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materialized views fire immediately and synchronously on every INSERT into raw_data.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ClickHouse ingestion pipeline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raw_data — raw input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" cy="8229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18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landing zone for CSV rows — no computation or filtering happens here.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82296" cy="8229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61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63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MergeTree, ORDER BY statisticid.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82296" cy="8229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904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timestamp is String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06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file's date format (e.g. 9/7/2026 23:30) isn't compatible with ClickHouse's native date/time parsing.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1691640"/>
            <a:ext cx="5623560" cy="3566160"/>
          </a:xfrm>
          <a:prstGeom prst="roundRect">
            <a:avLst>
              <a:gd name="adj" fmla="val 2051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45352" y="1874520"/>
            <a:ext cx="51114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demo.raw_data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statisticid       UInt64,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logicid           UInt64,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timestamp         String,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logiccomponentid  String,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            UInt64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= MergeTree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statisticid;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ClickHouse ingestion pipeline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id_memory — permanent de-dup memory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" cy="8229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18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column, statisticid. Once a statisticid has been seen, it is recorded here forever.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82296" cy="8229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61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63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and small — comfortably holds millions of rows.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82296" cy="8229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904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06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ReplacingMergeTree, ORDER BY statisticid.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1691640"/>
            <a:ext cx="5623560" cy="2377440"/>
          </a:xfrm>
          <a:prstGeom prst="roundRect">
            <a:avLst>
              <a:gd name="adj" fmla="val 3077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45352" y="1874520"/>
            <a:ext cx="51114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demo.id_memory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statisticid UInt64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= ReplacingMergeTree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statisticid;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ClickHouse ingestion pipeline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mv_to_memory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" cy="8229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18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instant any INSERT lands in raw_data, its statisticid is immediately and automatically appended to id_memory.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82296" cy="8229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9900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91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bridge records every statisticid — new or duplicate — with no WHERE clause filtering it 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691640"/>
            <a:ext cx="5623560" cy="1737360"/>
          </a:xfrm>
          <a:prstGeom prst="roundRect">
            <a:avLst>
              <a:gd name="adj" fmla="val 4211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45352" y="1874520"/>
            <a:ext cx="5111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MATERIALIZED VIEW demo.mv_to_memory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demo.id_memory AS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statisticid FROM demo.raw_data;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89320" y="374904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E7F8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3913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raw_data  →  mv_to_memory  →  id_memory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427939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every insert — this is what makes id_memory a durable, ever-growing record of every statisticid the pipeline has ever seen.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ClickHouse ingestion pipeline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final_stats — final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" cy="8229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18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table with the output the business actually needs: logicid + logiccomponentid (name) + total_count.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82296" cy="8229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61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63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SummingMergeTree(total_count), ORDER BY (logicid, logiccomponentid).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82296" cy="8229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904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 settings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06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for faster merging — fully explained on the next slide.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1691640"/>
            <a:ext cx="5623560" cy="3566160"/>
          </a:xfrm>
          <a:prstGeom prst="roundRect">
            <a:avLst>
              <a:gd name="adj" fmla="val 2051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45352" y="1874520"/>
            <a:ext cx="51114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demo.final_stats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logicid           UInt64,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logiccomponentid  String,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total_count       UInt64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= SummingMergeTree(total_count)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(logicid, logiccomponentid)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min_age_to_force_merge_seconds = 30,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min_age_to_force_merge_on_partition_only = 0;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ClickHouse ingestion pipeline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and how parts merge sooner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373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problem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30552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INSERT lands as its own "part" — an independent chunk on disk. Summing same-key rows only happens during background merges, not at insert time. By default, ClickHouse merges based on size and part count, which can happen late.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7830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7373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min_age_to_force_merge_seconds = 30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130552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ClickHouse: any part older than 30 seconds must merge, regardless of size or count. It adds an age-based rule to the merge selector, on top of volume. Result: duplicate rows sharing a key are summed within 30 seconds of insert.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3192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319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735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min_age_to_force_merge_on_partition_only = 0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666744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force-merge only kicks in once an entire partition qualifies by age — not a single part alone. Setting this to 0 lets one part force-merge on its own age, which matters most when the table has no partition key.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136392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3192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319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2735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risk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666744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value (e.g. 1 second) means more frequent merges — higher CPU and disk I/O (write amplification). For a small table like final_stats, 30–60 seconds is a good balance of speed vs. cost.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90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monitor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65192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04672" y="5148072"/>
            <a:ext cx="105521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table, partition, name AS part_name, modification_time, rows,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dateDiff('second', modification_time, now()) AS age_seconds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system.parts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table = 'final_stats' AND active = 1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modification_time DESC;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ClickHouse ingestion pipeline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mv_to_stats — the core de-dup logic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" cy="8229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18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line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statisticid NOT IN (...) is exactly the mechanism that stops a duplicate record from being counted twice.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82296" cy="8229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9900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91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statisticid was already recorded in id_memory, this row is skipped — it never contributes to the sum in final_stats.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691640"/>
            <a:ext cx="5623560" cy="3566160"/>
          </a:xfrm>
          <a:prstGeom prst="roundRect">
            <a:avLst>
              <a:gd name="adj" fmla="val 2051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45352" y="1874520"/>
            <a:ext cx="51114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MATERIALIZED VIEW demo.mv_to_stats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demo.final_stats AS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logicid,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logiccomponentid,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sum(count) AS total_count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demo.raw_data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statisticid NOT IN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(SELECT statisticid FROM demo.id_memory)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logicid, logiccomponentid;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ClickHouse ingestion pipeline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queries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all three tables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148840"/>
            <a:ext cx="4882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demo.raw_data;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demo.id_memory;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demo.final_stats;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all three tables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28232" y="2148840"/>
            <a:ext cx="4882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 TABLE demo.raw_data;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 TABLE demo.id_memory;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 TABLE demo.final_stats;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018520" cy="13716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1605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with care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4988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id_memory and final_stats should not be truncated without a deliberate reason — doing so erases de-duplication history and the aggregated totals.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ClickHouse ingestion pipeline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94560"/>
            <a:ext cx="5486400" cy="548640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603504"/>
          </a:xfrm>
          <a:prstGeom prst="roundRect">
            <a:avLst>
              <a:gd name="adj" fmla="val 10606"/>
            </a:avLst>
          </a:prstGeom>
          <a:solidFill>
            <a:srgbClr val="2631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raw_data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50876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input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052560" y="164592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052560" y="16459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cleared with caution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21992"/>
            <a:ext cx="11064240" cy="603504"/>
          </a:xfrm>
          <a:prstGeom prst="roundRect">
            <a:avLst>
              <a:gd name="adj" fmla="val 10606"/>
            </a:avLst>
          </a:prstGeom>
          <a:solidFill>
            <a:srgbClr val="2631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22199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id_memory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221992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de-dup memory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2359152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23591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clear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35224"/>
            <a:ext cx="11064240" cy="603504"/>
          </a:xfrm>
          <a:prstGeom prst="roundRect">
            <a:avLst>
              <a:gd name="adj" fmla="val 10606"/>
            </a:avLst>
          </a:prstGeom>
          <a:solidFill>
            <a:srgbClr val="26318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293522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final_stats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9352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output, fast auto-merge (30s)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30723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52560" y="30723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clear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48456"/>
            <a:ext cx="11064240" cy="603504"/>
          </a:xfrm>
          <a:prstGeom prst="roundRect">
            <a:avLst>
              <a:gd name="adj" fmla="val 10606"/>
            </a:avLst>
          </a:prstGeom>
          <a:solidFill>
            <a:srgbClr val="2631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64845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mv_to_memory / mv_to_stats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64845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bridges between the tables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52560" y="3785616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8FA6E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52560" y="37856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automatically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498848"/>
            <a:ext cx="11064240" cy="0"/>
          </a:xfrm>
          <a:prstGeom prst="line">
            <a:avLst/>
          </a:prstGeom>
          <a:noFill/>
          <a:ln w="12700">
            <a:solidFill>
              <a:srgbClr val="3A46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6817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force-merge in place, there's no need for a manual OPTIMIZE or a separate Airflow DAG — ClickHouse merges parts automatically and continuously, on its own.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2026-09-13T12:09:06Z</dcterms:created>
  <dcterms:modified xsi:type="dcterms:W3CDTF">2026-09-13T12:09:06Z</dcterms:modified>
</cp:coreProperties>
</file>